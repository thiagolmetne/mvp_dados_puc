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283015-D36A-B8F3-8FA9-C759A054E6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43E34FB-59EA-8B55-552F-0BE17D1D96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5183E5E-B903-D31A-1C43-E0501CF69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D1D5A-9FBE-4A9F-995F-56F092FD4E53}" type="datetimeFigureOut">
              <a:rPr lang="pt-BR" smtClean="0"/>
              <a:t>18/12/2025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EB279AD-B1A2-0C7F-3BE7-B0B1CE24A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16876A4-8601-147D-5EAB-6DE07CCF5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585E7-92B9-470A-8344-59EDD18E12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4524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C8F453-440A-3D17-DCFC-AAF2AC37A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C9F97F-57CC-7366-1ACC-0437AF925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956B217-716D-7BDD-E3EC-12304EBA5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D1D5A-9FBE-4A9F-995F-56F092FD4E53}" type="datetimeFigureOut">
              <a:rPr lang="pt-BR" smtClean="0"/>
              <a:t>18/12/2025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5DDAC23-9F15-C15E-CD55-11B1950FD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56832EA-B2F9-0A18-6B34-4BD9C74E3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585E7-92B9-470A-8344-59EDD18E12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9845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21FC3-5643-C637-35CF-4CF0776BD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AB73345-D71B-6727-79B7-AC911F170A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654D49D-1C7F-6546-9754-692B82066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D1D5A-9FBE-4A9F-995F-56F092FD4E53}" type="datetimeFigureOut">
              <a:rPr lang="pt-BR" smtClean="0"/>
              <a:t>18/12/2025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B92EF0D-690C-55DA-2C91-3E576AA98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B457526-65BC-1BE2-C7D7-5FF4D9BAA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585E7-92B9-470A-8344-59EDD18E12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4480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39E5D2-EFEE-E5C1-C880-624183C5A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D09F662-055A-6CDD-51CE-7B8D7F7109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3D866AF-654B-C744-D1B2-CD444C714A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2F9A8EA-9206-4C73-519E-3CAF9309C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D1D5A-9FBE-4A9F-995F-56F092FD4E53}" type="datetimeFigureOut">
              <a:rPr lang="pt-BR" smtClean="0"/>
              <a:t>18/12/2025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3BD15AA-72BE-26E5-824B-61F9AD4F9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76B2F0E-EC1E-59F6-CBC7-51170325D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585E7-92B9-470A-8344-59EDD18E12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36807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7A6C0C-E338-106B-3BE9-DD53E4EE4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447DE6F-7EBA-8D23-9E70-62A4FCDA5D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4E6C5E4-AD0D-6352-3391-DC7EB7D916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41A4A6A-CF3D-B024-A935-541890F64E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8BF1085-E54F-EA21-0679-F2B80A7098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218EAB9-D317-65CE-938C-6BCD4B4BE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D1D5A-9FBE-4A9F-995F-56F092FD4E53}" type="datetimeFigureOut">
              <a:rPr lang="pt-BR" smtClean="0"/>
              <a:t>18/12/2025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DE08867-220C-87B3-49EB-B2CC88529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3A4713D-48F6-FB87-689A-4329F6D25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585E7-92B9-470A-8344-59EDD18E12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9797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8D955D-0333-8D7B-DF0D-27AAF4054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139F4A4-07B6-B2D1-4552-C638B471D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D1D5A-9FBE-4A9F-995F-56F092FD4E53}" type="datetimeFigureOut">
              <a:rPr lang="pt-BR" smtClean="0"/>
              <a:t>18/12/2025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162E88A-B141-7C44-A5C9-758A58636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67992BD-42F5-CEDD-9C88-66758BE31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585E7-92B9-470A-8344-59EDD18E12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6283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B3B1DD8-7393-FDF9-B105-91635F34F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D1D5A-9FBE-4A9F-995F-56F092FD4E53}" type="datetimeFigureOut">
              <a:rPr lang="pt-BR" smtClean="0"/>
              <a:t>18/12/2025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A634B24-53AB-AC47-0F58-388036DC8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B92CFAD-85C9-C90D-79B5-054E6A266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585E7-92B9-470A-8344-59EDD18E12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2019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4C8FB9-3F86-3C41-ACE7-921DCA744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2D1071C-0312-7F2F-FE0A-99794FB902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9B808EC-0064-CA08-CC84-57714F968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FF1E752-9035-51F4-1255-E21B675C3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D1D5A-9FBE-4A9F-995F-56F092FD4E53}" type="datetimeFigureOut">
              <a:rPr lang="pt-BR" smtClean="0"/>
              <a:t>18/12/2025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7660B93-6D5C-1421-1EDB-357721739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6458DA1-39F3-3BE3-6A01-5F83829CA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585E7-92B9-470A-8344-59EDD18E12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2586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965BE3-0ACF-9071-47D2-71516CA65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6463A68-1E6F-F817-4AB8-20D28FADD3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BE0A2EB-5295-566A-C9B7-50888213A3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D383463-52A4-0327-E77D-5D948F6E0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D1D5A-9FBE-4A9F-995F-56F092FD4E53}" type="datetimeFigureOut">
              <a:rPr lang="pt-BR" smtClean="0"/>
              <a:t>18/12/2025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F0AC02A-516D-7638-9B6E-C919B1AA8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782E062-EE0B-4941-D484-B2FA3870F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585E7-92B9-470A-8344-59EDD18E12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513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AFB2B5-031A-B0B2-9073-A077C6B66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4AAB2D7-C7ED-D2DE-AAF5-86439D1AD3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E12BB8D-BF0B-D8E6-D3AF-D0251D069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D1D5A-9FBE-4A9F-995F-56F092FD4E53}" type="datetimeFigureOut">
              <a:rPr lang="pt-BR" smtClean="0"/>
              <a:t>18/12/2025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56828B5-3C7A-A1B6-CF63-EF33F0EC2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FC43C8-CCCF-8EB7-A53B-5BBAFF8A0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585E7-92B9-470A-8344-59EDD18E12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0867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C506B80-8776-5CDC-95A7-9C1F75610F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564F2BE-AF3D-4FE0-B6CF-85F53D1751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81A6705-0220-F25C-75B4-4D7AB38E7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D1D5A-9FBE-4A9F-995F-56F092FD4E53}" type="datetimeFigureOut">
              <a:rPr lang="pt-BR" smtClean="0"/>
              <a:t>18/12/2025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5B32C31-D925-83D6-A973-386B091A7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418DC9-2C14-9142-70B5-7665962BE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585E7-92B9-470A-8344-59EDD18E12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0597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54709D4-9666-B083-D29F-5AAA35587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BFEC239-6817-F1B4-2AB7-1130EC5F5B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BEBB336-511F-2ABB-1DB2-AE30DF82A4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7D1D5A-9FBE-4A9F-995F-56F092FD4E53}" type="datetimeFigureOut">
              <a:rPr lang="pt-BR" smtClean="0"/>
              <a:t>18/12/2025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944D9D8-DD01-3E8E-E98F-861E870DB5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2C6C8E3-9977-626D-FD4A-D70717079F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0585E7-92B9-470A-8344-59EDD18E12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032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4F3099-777D-114D-53BE-61F37B9B06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54A51B3-1E81-DF6B-D096-D0686D126F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673E918-701A-FA02-AC15-65C5D7FEA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317" y="0"/>
            <a:ext cx="106891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13622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Thiago Luiz Metne Ribeiro</dc:creator>
  <cp:lastModifiedBy>Thiago Luiz Metne Ribeiro</cp:lastModifiedBy>
  <cp:revision>2</cp:revision>
  <dcterms:created xsi:type="dcterms:W3CDTF">2025-12-18T06:25:20Z</dcterms:created>
  <dcterms:modified xsi:type="dcterms:W3CDTF">2025-12-19T02:30:26Z</dcterms:modified>
</cp:coreProperties>
</file>