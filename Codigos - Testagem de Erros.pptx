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08E7CE-A145-4196-998F-3D976E4B4D25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7FA5CA-32F8-42EC-8688-A1704ED9FA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3670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1F39B7-BE4F-08EF-128D-BBA9BEF11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FC847D-CC00-4AD6-0BAE-115672174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12608D-9DB6-8D80-A68B-5A74D3671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2C60-7716-43A6-82F5-B9787B34DCF6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62A29-41E0-6F20-F895-2107F749A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C3BDE0-FB96-A694-50FB-DAA7061E9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4FDB-AF95-4988-BF9B-F036D93A7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6361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D463D3-7F88-0440-A5BA-DF0BB1194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4E0F69-BEA9-CCE6-1084-B5758AD31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82DA2D-298D-C860-3D6F-75F87BA2E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2C60-7716-43A6-82F5-B9787B34DCF6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335FC7-1297-2918-674D-D8704CCC6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6B8ACF-1934-797E-7F7F-0DFE405B1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4FDB-AF95-4988-BF9B-F036D93A7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961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4A9CC7-17F3-EAD1-A39B-E8944F577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48941E-F6F8-EBB4-E2A3-378E09A3D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A5D163-66F4-7386-ACFE-7A67F38C1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2C60-7716-43A6-82F5-B9787B34DCF6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092F19-554B-D216-D3F8-D6F39CEEF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D03E75-B28B-BCD5-8309-3D19ABFE3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4FDB-AF95-4988-BF9B-F036D93A7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7106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84C9E-479A-6F24-B2C7-0F5AC70F5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E3CE05-1FDD-24E8-0227-509B0B84D0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80C2524-DF79-5BF7-7C4E-0EC4AC8AE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9AF3D03-22D0-501E-0960-52E8E65DA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2C60-7716-43A6-82F5-B9787B34DCF6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208F83-7E9C-7F51-C9D8-C4379088A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0B63649-A3CA-EF8A-B3DF-07C3D2886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4FDB-AF95-4988-BF9B-F036D93A7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6423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2E2D4-994D-E286-5848-FE132B508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D9B3A2-360F-51F0-4454-26345AFBF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51002EA-F921-607F-B0CE-330DA0B07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9630636-B2CE-8211-63A0-8E478C20CC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C7A2DCA-FF54-C50F-3ACB-CFC6077C70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75850C0-BB13-E924-A39B-8B4CE3A9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2C60-7716-43A6-82F5-B9787B34DCF6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67C3C3B-A044-CD41-E2DA-B25DA3BF1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140C439-8169-6FB0-6AC1-B9E0DD1E0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4FDB-AF95-4988-BF9B-F036D93A7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0962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5589A1-2150-454A-9A24-03AB96923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F6443F8-E219-7C26-A891-26F6EE7E9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2C60-7716-43A6-82F5-B9787B34DCF6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1F8310E-DEAF-58B5-9D04-A887EDAA0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A895587-8A75-5B61-EC18-D48E41D6C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4FDB-AF95-4988-BF9B-F036D93A7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9825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26F5E7D-14B0-654D-B621-070F15CB5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2C60-7716-43A6-82F5-B9787B34DCF6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E61DA42-2CD5-B415-1711-B022EBC38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3091CF-DE98-DB3F-5ECF-81A1F6D97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4FDB-AF95-4988-BF9B-F036D93A7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9230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F9126-3966-D32E-5233-6E7B770AD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247801-06DC-C011-AEFB-213CD5CF2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4E0C71-52D0-E37E-8DD6-2FA0225E9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62A3BF7-D52B-451A-FC4E-597D3A4D2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2C60-7716-43A6-82F5-B9787B34DCF6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23ECF5-6730-9D21-A54E-39C99953E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2E1EC1-A433-BCD9-992A-C5E2B0D10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4FDB-AF95-4988-BF9B-F036D93A7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1393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924D7B-B68E-7316-B34E-C4D6060AE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BE53055-09B9-148F-BAC9-DC663A6F93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D7B81E-A1CC-162F-1595-8F21F5E7F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197656-0E9D-0A78-D4C7-AAF457DC7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2C60-7716-43A6-82F5-B9787B34DCF6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F00C7B-78EC-28BE-943E-4E6EE1D0C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698587D-BF50-E0B7-8C8D-D2BFF129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4FDB-AF95-4988-BF9B-F036D93A7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4868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CCE17-677A-5B2B-DFF1-8F797A685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D391BDF-46D1-BC6C-F7A5-6E791EFD1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AF8AF1-1624-70C7-5A37-936F78D19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2C60-7716-43A6-82F5-B9787B34DCF6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A33F77-DC25-1BBB-6B01-914A8E7EB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2B77F9-11C2-F5AB-5233-316E7E9B7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4FDB-AF95-4988-BF9B-F036D93A7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6546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B611BAD-80DE-2A26-AA59-6DA903D857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3F491B2-A630-8015-514E-6A62AF40A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CD3C76-F723-2CF9-83BD-9C3E81B89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2C60-7716-43A6-82F5-B9787B34DCF6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3B4B3A-3E63-80C3-0333-EDCD18E88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E6A972-6C70-7A2D-5AFE-6A1C78A5A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4FDB-AF95-4988-BF9B-F036D93A7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4537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C600C02-AFF1-C10C-1110-F0EEF6EF2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DE002D-FABD-FEE3-DD21-03DA4FEB8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A24D9C-5EC0-DC36-683E-B27014A044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B2C60-7716-43A6-82F5-B9787B34DCF6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B30A61-A71B-6F80-B333-AFF569588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B3C9DF-0F17-FAE4-6ACB-DD432E048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F4FDB-AF95-4988-BF9B-F036D93A7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56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72AC8E-7821-54C8-6F16-21D4D5832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7" y="116648"/>
            <a:ext cx="10515600" cy="564390"/>
          </a:xfrm>
        </p:spPr>
        <p:txBody>
          <a:bodyPr>
            <a:noAutofit/>
          </a:bodyPr>
          <a:lstStyle/>
          <a:p>
            <a:r>
              <a:rPr lang="pt-BR" sz="3200" dirty="0"/>
              <a:t>Verificação de Erros, Bases Fato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F977591-B873-9635-3B91-6AC2737BA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767" r="-3410"/>
          <a:stretch>
            <a:fillRect/>
          </a:stretch>
        </p:blipFill>
        <p:spPr>
          <a:xfrm>
            <a:off x="68019" y="3073138"/>
            <a:ext cx="6027981" cy="185865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A426FF6-04CE-58EE-6698-62993AABE8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8320" r="-3410" b="61087"/>
          <a:stretch>
            <a:fillRect/>
          </a:stretch>
        </p:blipFill>
        <p:spPr>
          <a:xfrm>
            <a:off x="0" y="1308755"/>
            <a:ext cx="6027981" cy="185865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96D3510-66FD-AA9C-D171-29037FF8A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348" y="1308755"/>
            <a:ext cx="4991124" cy="3621817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BE70797B-92C4-12EF-454C-7D7BF7F6872B}"/>
              </a:ext>
            </a:extLst>
          </p:cNvPr>
          <p:cNvSpPr txBox="1"/>
          <p:nvPr/>
        </p:nvSpPr>
        <p:spPr>
          <a:xfrm>
            <a:off x="301658" y="939423"/>
            <a:ext cx="3205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Sem Duplicidade em Ambas</a:t>
            </a:r>
          </a:p>
        </p:txBody>
      </p:sp>
    </p:spTree>
    <p:extLst>
      <p:ext uri="{BB962C8B-B14F-4D97-AF65-F5344CB8AC3E}">
        <p14:creationId xmlns:p14="http://schemas.microsoft.com/office/powerpoint/2010/main" val="36402558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10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Verificação de Erros, Bases Fato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Thiago Luiz Metne Ribeiro</dc:creator>
  <cp:lastModifiedBy>Thiago Luiz Metne Ribeiro</cp:lastModifiedBy>
  <cp:revision>2</cp:revision>
  <dcterms:created xsi:type="dcterms:W3CDTF">2025-12-18T18:00:36Z</dcterms:created>
  <dcterms:modified xsi:type="dcterms:W3CDTF">2025-12-19T00:59:08Z</dcterms:modified>
</cp:coreProperties>
</file>